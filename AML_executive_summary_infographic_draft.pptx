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CA80-A626-FCB9-D2D4-567479E75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0082C-3BDB-F51A-7272-16754A1C1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C69F8-6C82-DB3B-1B4A-EDCF07560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AF327-41C6-9358-27B8-396E3E40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26D47-A337-D889-513A-83CCCD62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75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6C8F-7AA1-02FE-D9F8-6D0E661E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48EE-8480-FE22-3E6B-514BC499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BF523-1075-A0CD-3520-A30A8893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870FC-CA40-BF08-DE14-7EA702F5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A7043-5AC8-C1D8-A61A-14DDBC804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09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8964-3934-C600-E48C-008BFFC7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437C-0190-3049-B72B-F08968470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59F6D-5382-0B0B-6F7E-1041260B0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C534-A2B1-5AA8-962E-E69A4DCC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41D87-16DB-27E3-126D-1A48A5DF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50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807E-9967-7B6A-9729-17B25D86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C6CF8-D761-749F-5D8B-46750B33D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AFC17-E8C9-E0EE-7F72-B37BE5003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9A2B7-16BE-B539-3A6B-07E7B958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1830D-F911-6EB6-A650-E309ABE59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7751D-F444-B3C7-3082-405B323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39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1E4F-EA62-6BA6-7854-A23DA6AA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80C07-3F43-AFEA-C8F9-E65ECDA81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D8294-22AB-E615-1905-19880CB8F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4B9E0-7ED4-E264-FF9F-5F77C353D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6C4E8-767E-E730-A5D5-0921C9C76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8CD357-E199-FCF8-EF25-EA70A50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EC9FB-A657-6EEF-F59F-7AB41413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89909-77EB-9D06-5126-984A9150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7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4E14-BCB6-DA62-2A71-08A83511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85EFD-2854-6A85-08F8-B9232C80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3B275-F6BC-8790-8DBD-B2BEA81D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16778-5057-7812-D4C9-8EA2AE3C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96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FC934-9279-8AEF-895B-9158AA08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696CA-FF83-409B-0FB2-2AF8A700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3017-7A3F-6BFC-A3FB-E910DE3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87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9C8B-2C0A-63EB-7A9A-D1D8E082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91AA-0299-4BBA-ACBA-C1E7D1236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2F58-7103-A22B-0E31-B82039431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46FC8-A73E-FF0C-6E00-D0EA873A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A2E04-55D0-C3AB-7C29-33F0ADDA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28997-57C5-92D6-4754-5249A4A2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7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3001-7E5D-B4B4-080C-3BCBD6EF8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D85AE-3C42-0D8B-F61F-19A81EF39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5C53A-D641-1921-DAE9-998C8C4CC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CE8F0-F23C-C1C2-EA35-FE0FFF7C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3DDE1-F612-7E1C-1502-362A2502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2E573-1AED-9E17-09E7-DCFA2A5B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52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D07C7-ECF0-A6CE-A410-85EEE834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66F9A-51EF-84EF-455E-D632F1B77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1BD8C-BA6A-FFD1-0BBF-BF98867E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5625A-2D9E-D633-1852-D1FC73E2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5342C-C3B2-57A1-4B07-460A4697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1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12030-FD86-4B40-D571-3FC305BB0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2ED22-E882-8DD1-32C8-61536A0E4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8407E-B64B-A0B9-196C-C1A4AC80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CAE5B-BA43-BF56-528A-17AC6B8C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D4F5E-EAB9-3754-6C62-FB76F904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B49017-8AC8-AAC1-8C79-317C22FC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476CF-6771-4BEC-FE8A-312DB5B11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0727-E2A1-09BC-BF6F-BFEE28ACA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19BAE-7114-4DAB-B771-AEE957F99661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181C0-1A76-8D32-5411-FD09F746D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9BD4-987E-9049-AFCF-6942F88A3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D985E-FEFF-478F-9EC4-450A5CEDC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38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A261-FA86-DE2E-B972-6908C2362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2F111-A611-E9FE-4D71-5D5EBD5F26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1C4FEA-6F99-81BB-027A-1163B9FCC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2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917036180999</dc:creator>
  <cp:lastModifiedBy>917036180999</cp:lastModifiedBy>
  <cp:revision>1</cp:revision>
  <dcterms:created xsi:type="dcterms:W3CDTF">2026-05-03T19:09:28Z</dcterms:created>
  <dcterms:modified xsi:type="dcterms:W3CDTF">2026-05-03T19:10:05Z</dcterms:modified>
</cp:coreProperties>
</file>